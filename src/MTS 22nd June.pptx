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E0B35-69A2-42FC-9CDE-9ED4561A093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0C43F-AEBD-453A-8758-C85B7D897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853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0C43F-AEBD-453A-8758-C85B7D89705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971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937A-65BD-73A4-7C27-E022D8955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15E17-DAC7-6611-DB16-C15A8388B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E6DAE-978F-11A4-1AD0-85F56F5D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816C-2E73-461D-AF09-3B025A4C489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9F941-8D24-42BE-E8D3-293EE0674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7D00D-04E7-8A17-092A-655A5A94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9CA-F699-403B-AA64-9E3539E9E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9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23958-D406-81B9-664D-1E2C977FD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F4BCD-398D-A94A-CB19-8ACFFD5B2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FE639-D6EF-D054-292D-EA37A6B1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816C-2E73-461D-AF09-3B025A4C489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0E956-37EE-5427-67FD-BB824C7AA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BF97B-904F-A04D-6908-EF7DFD73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9CA-F699-403B-AA64-9E3539E9E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423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80869-144D-A357-C1F1-3FB82944D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F3EBD-2C60-433E-ED4B-57D8C87A9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6F1F9-1DB5-6B46-D0F8-C8B3A2493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816C-2E73-461D-AF09-3B025A4C489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49BBF-2F2C-9FC8-A276-0C19AB5A0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19B46-AA38-CA14-B075-3945AA151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9CA-F699-403B-AA64-9E3539E9E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873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50C8-2396-E1B8-0AA0-2A342F17F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7BD79-3286-4EEC-DC04-F74735C41E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6BA4A-6E14-8F93-FAAB-ED69C693F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F286-6C27-EC67-FBA4-2A09CEB4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816C-2E73-461D-AF09-3B025A4C489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BCA7A-335D-5462-1805-683327B1A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87E8D-2B8A-15A7-F72B-80EBBD2DB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9CA-F699-403B-AA64-9E3539E9E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511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26C8C-D0FB-7B94-426D-C438F078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A4119-AF5E-3D4D-5B6A-2920F94A1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0ABC5-3C80-F210-8656-E27AEC3BF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F65A4A-3F37-7BDE-327B-09A0B6651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B2761-AEF9-9FAB-91C8-8871AE960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D38307-DC86-1162-C89E-E5BB65FE6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816C-2E73-461D-AF09-3B025A4C489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3D056E-40E1-04E7-8103-4AE261AAF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82DE7C-2934-9293-0657-D8C5D30F0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9CA-F699-403B-AA64-9E3539E9E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96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9DB5-B214-3C81-9178-8582A07E6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6C3D62-8DAD-0EA3-57B6-EBCC5BA79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816C-2E73-461D-AF09-3B025A4C489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851BD-4EA6-15D2-0ADC-EA523CEA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21409-AA4A-492F-744D-BCBD117A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9CA-F699-403B-AA64-9E3539E9E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05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1B1A77-503B-3866-3914-CFE77A34A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816C-2E73-461D-AF09-3B025A4C489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41CF7A-58E4-01A7-F088-301FC4299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E815A-F453-12DC-4AB4-D8AA9181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9CA-F699-403B-AA64-9E3539E9E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C0742-B068-0944-0618-8489F0E19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9B8C3-CDFA-815B-D251-F9D621E83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89B25-E690-7336-2941-084B9477F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4774C-639F-A2A0-E4CD-43DD82C6C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816C-2E73-461D-AF09-3B025A4C489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BC83D-296B-FF2C-21AA-9291DD35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AEE6E-ABB8-706B-F121-409707A2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9CA-F699-403B-AA64-9E3539E9E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45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5324-831C-9C98-2DE8-A89618CF9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0CB21B-73F4-F070-0F1C-FC4AAA78A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92AAF1-9B41-2D7D-8136-7C204DBD8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83F9-03EC-5771-9E12-7E3561B87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816C-2E73-461D-AF09-3B025A4C489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BE603-1063-DC5A-2A10-30616C06B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36B37-25AD-3619-2D94-421E36765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9CA-F699-403B-AA64-9E3539E9E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438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6780-8526-687F-1F19-D48229CC1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1354B-2121-120B-CFCE-E08D7B055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BE8F2-4955-75C1-EFB2-B9F554A6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816C-2E73-461D-AF09-3B025A4C489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AB5EB-4EB5-BBA6-2A81-245D5B92D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9467D-2B9D-363A-FDCA-81A30C06F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9CA-F699-403B-AA64-9E3539E9E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68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9DF7E9-B2C7-EC99-78C8-12A8B4529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923C9-06E7-A590-46B0-1FB3AE1DD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9015A-D07D-B9F9-7927-87FBF9DB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816C-2E73-461D-AF09-3B025A4C489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24D6-6C83-51BE-AC77-AB0605CC4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CB19B-889F-5FBB-0DB9-41C3887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9CA-F699-403B-AA64-9E3539E9E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74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C8B2EA-B579-4133-4118-D6FE57E8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3684B-ED87-0B5A-1D4C-0AC83873D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E924A-DDF1-8B41-A403-ACF7D668C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B816C-2E73-461D-AF09-3B025A4C4895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E9D06-34C4-4DA6-EA76-8986457C8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CAE7-7B59-89EF-2750-AF541FC9E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BC9CA-F699-403B-AA64-9E3539E9E6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70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A60F6-9772-0A91-27E5-65973831E8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28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0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71E8E2-9BB2-6524-0CBA-F154F1FE1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17F04-FB54-195B-F0B5-CD7072B0E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28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6CB7B3-11AA-582E-281C-D4CB1CC07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208" y="5165837"/>
            <a:ext cx="2564412" cy="1324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C71D62-2B1A-5503-792F-8856E040E1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130" y="2213912"/>
            <a:ext cx="1155144" cy="11551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6FCF08-C081-63F7-50C2-AD585C05BF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582" y="3594443"/>
            <a:ext cx="1396239" cy="13962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4FA00D4-3D33-8C5E-5A46-A516F4AE1F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14" y="1896046"/>
            <a:ext cx="1529922" cy="15299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0A6E56B-18A7-E5D2-57BB-23C970F12D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155" y="3843525"/>
            <a:ext cx="954987" cy="95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76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02417-32E5-241E-9844-404E29E76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3B1B35-1D78-E228-4868-5B829B8B8F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F46EEF-2D07-EC68-EA96-26B092564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76" y="1225085"/>
            <a:ext cx="10081448" cy="24407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14647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3CCE3-9DE5-FBFD-8C81-59C5D106E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5F9F6-6696-23F4-8C01-026C3836C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3525" b="1"/>
          <a:stretch>
            <a:fillRect/>
          </a:stretch>
        </p:blipFill>
        <p:spPr>
          <a:xfrm>
            <a:off x="0" y="1282"/>
            <a:ext cx="12364700" cy="6856718"/>
          </a:xfrm>
          <a:prstGeom prst="rect">
            <a:avLst/>
          </a:prstGeom>
        </p:spPr>
      </p:pic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59FFAAA7-0C47-F3EE-89B3-49BFDCEF6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55" y="2649501"/>
            <a:ext cx="629952" cy="6299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CAF37223-4BE8-03DA-E86E-62E4DBFE9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042" y="2649501"/>
            <a:ext cx="629952" cy="6299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2C3CAD0F-7A65-97CD-0D26-26552A3AD5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634" y="2649501"/>
            <a:ext cx="629952" cy="6299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275C3F60-14A9-3759-19E3-D260FA5080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0226" y="2649501"/>
            <a:ext cx="629952" cy="6299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35313BE8-3FA6-2103-3477-FA16BF4F96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0818" y="2649501"/>
            <a:ext cx="629952" cy="6299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 5" descr="preencoded.png">
            <a:extLst>
              <a:ext uri="{FF2B5EF4-FFF2-40B4-BE49-F238E27FC236}">
                <a16:creationId xmlns:a16="http://schemas.microsoft.com/office/drawing/2014/main" id="{09682C70-3B93-BB36-842A-22EE29DBC1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1410" y="2649501"/>
            <a:ext cx="629952" cy="6299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86391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4655E-4D10-BB66-B1B2-D745C0F26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7D6CC3-4116-657C-43D5-FBB70A9AD4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C2F273-6FA5-EE6E-1370-AEF1376BF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360" y="2790304"/>
            <a:ext cx="5938684" cy="24544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08C94F5-7430-E36E-2002-BB9494F64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498" y="1455912"/>
            <a:ext cx="1148408" cy="114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60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8B5A08-085C-698D-DBA7-EAA96BEB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3D7936-E3B8-A8EC-1D56-D325FBF3A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75C866-31C2-20E1-D57F-F38CE622F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05" y="2892351"/>
            <a:ext cx="5524979" cy="23243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05789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1EF10D-A49C-455C-2FD7-D0D70201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F7842E-F7EC-86A8-4AEB-19072F6AA9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8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4F177-FF1F-EA15-CE0E-DB3F56505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24C2E1-316E-8FD5-F144-77DEC2DECE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072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57E2C-24DF-46D0-96A7-7BA74C162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72C391-3D4D-A207-C974-FEDC5C19B0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207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54881-21A9-838A-A3D6-B12AF6797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95B2F-CAF0-FBDC-1E07-C16C4A8BBE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47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</Words>
  <Application>Microsoft Office PowerPoint</Application>
  <PresentationFormat>Widescreen</PresentationFormat>
  <Paragraphs>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Kartikey Gupta</dc:creator>
  <cp:lastModifiedBy>Kartikey Gupta</cp:lastModifiedBy>
  <cp:revision>3</cp:revision>
  <dcterms:created xsi:type="dcterms:W3CDTF">2026-06-21T12:53:44Z</dcterms:created>
  <dcterms:modified xsi:type="dcterms:W3CDTF">2026-06-21T13:43:44Z</dcterms:modified>
</cp:coreProperties>
</file>